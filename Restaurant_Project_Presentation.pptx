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Restaurant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980B9"/>
                </a:solidFill>
              </a:defRPr>
            </a:pPr>
            <a:r>
              <a:t>مشروع نظام إدارة مطعم متكامل بـ Python &amp; Streamlit</a:t>
            </a:r>
          </a:p>
          <a:p>
            <a:r>
              <a:t>عرض وتوثيق الشرح والتفاصيل البرمجية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1. 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الفكرة الرئيسية: تطبيق ويب متكامل لإدارة الطلبات والمنيو للمطاعم.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أهداف المشروع: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تسهيل وتنسيق عملية تسجيل الطلبات للكاشير.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حساب إجمالي الفاتورة والعمليات الحسابية تلقائياً بدقة.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توفير لوحة تحكم (Admin Panel) لإضافة وجبات وأسعار جديدة.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حفظ التعديلات والبيانات تلقائياً لضمان عدم ضياعها.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2.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Python: اللغة الأساسية لبناء المنطق البرمجي للبرنامج (Backend).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Streamlit: مكتبة لبناء واجهة تفاعلية وموقع ويب سريع بدون HTML/CSS.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Pandas: إدارة الجداول والبيانات والفلترة (DataFrames).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CSV Persistence: حفظ المنيو والبيانات في ملف خارجي (menu_data.csv).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3.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يتكون التطبيق من 3 صفحات رئيسية عبر القائمة الجانبية (Sidebar):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1. Take Order: عرض المنيو، التصفية حسب الفئة، وإضافة المنتجات للسلة.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2. View Cart: عرض السلة، حساب إجمالي الفاتورة، وأزرار الشراء أو المسح.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3. Manage Menu: لوحة تحكم لإضافة وجبات وأسعار جديدة بداخل المنيو.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4. Key Technical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حفظ حالة الجلسة (st.session_state):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الحفاظ على محتويات السلة أثناء تنقل العميل بين الشاشات دون ضياع الداتا.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الفلترة الديناميكية (Dynamic Filtering):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تصفية المنيو فورياً حسب الفئات المختارة (Mains, Sides, Drinks).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مزامنة ملفات CSV: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دالتا load_data() و save_data() لربط التحديثات مباشرة بالملف.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5. Code Architecture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دالة load_data(): تفحص وجود ملف البيانات، وإن لم يوجد تنشئ قائمة افتراضية.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دالة save_data(): تحفظ أي وجبة جديدة مضافة مباشرة في ملف menu_data.csv.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نموذج الإضافة st.form: يجمع بيانات الوجبة السعر والفئة ويضيفها بـ pd.concat.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إدارة السلة: تخزين العناصر كـ Dictionaries داخل القائمة st.session_state.cart.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233C"/>
                </a:solidFill>
              </a:defRPr>
            </a:pPr>
            <a:r>
              <a:t>6. 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التطويرات المستقبلية: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ربط المشروع بقواعد بيانات أعمق مثل SQLite أو PostgreSQL.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إضافة نظام حماية وتأمين للوحة تحكم الأدمن (Authentication).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 - طباعة الفاتورة كملف PDF مخصص للعميل.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الخلاصة: مشروع متكامل ومبرمج بأداة قياسية وجاهز للعرض والمناقشة.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